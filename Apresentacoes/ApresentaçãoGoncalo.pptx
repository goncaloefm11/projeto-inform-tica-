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6301"/>
  </p:normalViewPr>
  <p:slideViewPr>
    <p:cSldViewPr snapToGrid="0">
      <p:cViewPr varScale="1">
        <p:scale>
          <a:sx n="109" d="100"/>
          <a:sy n="109" d="100"/>
        </p:scale>
        <p:origin x="216" y="584"/>
      </p:cViewPr>
      <p:guideLst/>
    </p:cSldViewPr>
  </p:slideViewPr>
  <p:notesTextViewPr>
    <p:cViewPr>
      <p:scale>
        <a:sx n="145" d="100"/>
        <a:sy n="14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3E948-261F-E148-808A-752B30649BCC}" type="datetimeFigureOut">
              <a:rPr lang="pt-PT" smtClean="0"/>
              <a:t>22/10/26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9BC10-ED4A-5048-9EF0-5D0A9AE9EA7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3306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0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CNL continua a parecer uma língua natural, mas nem todas as palavras ou construções são permitidas. O objetivo tornar a linguagem mais fácil de compreender ou processar com vocabulário restrito e gramática restrita que resulta em menos ambiguidade e mais previsibilidade.</a:t>
            </a:r>
          </a:p>
          <a:p>
            <a:r>
              <a:rPr lang="pt-PT" sz="10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isso, podemos pensar numa CNL como ‘português, mas com regras’. Partimos da linguagem natural, aplicamos um conjunto de restrições e obtemos uma linguagem mais simples, consistente e fácil de interpretar, tanto por pessoas como por máquinas.</a:t>
            </a:r>
            <a:endParaRPr lang="pt-PT" sz="1000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9BC10-ED4A-5048-9EF0-5D0A9AE9EA7F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1102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segunda frase sabemos exatamente quem executa a ação, qual é a ação, qual é o recurso e qual é a condição.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9BC10-ED4A-5048-9EF0-5D0A9AE9EA7F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1296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 temos 2 tipos de linguagens controladas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Linguagem natural controlada para humanos e para maquinas</a:t>
            </a:r>
          </a:p>
          <a:p>
            <a:endParaRPr lang="pt-P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nosso projeto, estamos mais próximos de uma MOCL, porque queremos definir regras e depois processar as frases através de um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parser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9BC10-ED4A-5048-9EF0-5D0A9AE9EA7F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9340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vantagem desta transformação é que a informação deixa de estar apenas em linguagem natural e passa a ter uma estrutura que uma máquina consegue interpretar de forma consistente.</a:t>
            </a:r>
          </a:p>
          <a:p>
            <a:endParaRPr lang="pt-P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seja, a CNL funciona como uma ponte entre a linguagem humana e uma representação formal processável por computador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9BC10-ED4A-5048-9EF0-5D0A9AE9EA7F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128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4F39E-DC54-7270-3077-239917DB59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Linguagem natural controlada (</a:t>
            </a:r>
            <a:r>
              <a:rPr lang="pt-PT" dirty="0" err="1"/>
              <a:t>cnl</a:t>
            </a:r>
            <a:r>
              <a:rPr lang="pt-PT" dirty="0"/>
              <a:t>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34FC2D-32AC-8BDD-B461-89F567771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PT" b="1" i="1" dirty="0"/>
              <a:t>Português Controlado para políticas de autorização e controlo de acesso.</a:t>
            </a:r>
            <a:endParaRPr lang="pt-PT" dirty="0"/>
          </a:p>
          <a:p>
            <a:r>
              <a:rPr lang="pt-PT" dirty="0"/>
              <a:t>Gonçalo Magalhães PG61524</a:t>
            </a:r>
          </a:p>
        </p:txBody>
      </p:sp>
    </p:spTree>
    <p:extLst>
      <p:ext uri="{BB962C8B-B14F-4D97-AF65-F5344CB8AC3E}">
        <p14:creationId xmlns:p14="http://schemas.microsoft.com/office/powerpoint/2010/main" val="3456254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674BD81-CAE1-C632-5D49-980D33C3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Linguagem NATURAL CONTROLADA</a:t>
            </a:r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5A82457A-6FB2-B773-1FF7-2FD566361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9026650" cy="3101982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pt-PT" sz="2000" dirty="0"/>
              <a:t>Subconjunto de uma língua natural</a:t>
            </a:r>
          </a:p>
          <a:p>
            <a:pPr lvl="0"/>
            <a:r>
              <a:rPr lang="pt-PT" sz="2000" dirty="0"/>
              <a:t>Vocabulário restrito</a:t>
            </a:r>
          </a:p>
          <a:p>
            <a:pPr lvl="0"/>
            <a:r>
              <a:rPr lang="pt-PT" sz="2000" dirty="0"/>
              <a:t>Gramática restrita</a:t>
            </a:r>
          </a:p>
          <a:p>
            <a:pPr marL="0" indent="0">
              <a:buNone/>
            </a:pPr>
            <a:r>
              <a:rPr lang="pt-PT" sz="2000" dirty="0"/>
              <a:t>	  ↓</a:t>
            </a:r>
          </a:p>
          <a:p>
            <a:pPr lvl="0"/>
            <a:r>
              <a:rPr lang="pt-PT" sz="2000" dirty="0"/>
              <a:t>Menos ambiguidade</a:t>
            </a:r>
          </a:p>
          <a:p>
            <a:pPr lvl="0"/>
            <a:r>
              <a:rPr lang="pt-PT" sz="2000" dirty="0"/>
              <a:t>Mais previsibilidade</a:t>
            </a:r>
          </a:p>
          <a:p>
            <a:pPr lvl="0"/>
            <a:endParaRPr lang="pt-PT" sz="2000" dirty="0"/>
          </a:p>
          <a:p>
            <a:pPr marL="0" lvl="0" indent="0" algn="ctr">
              <a:buNone/>
            </a:pPr>
            <a:r>
              <a:rPr lang="pt-PT" dirty="0"/>
              <a:t>“Português, mas com regras.”</a:t>
            </a:r>
            <a:endParaRPr lang="pt-PT" sz="2000" dirty="0"/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F8612240-90FE-9F0E-9F57-15AA4ABE37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pt-PT" dirty="0"/>
              <a:t>Linguagem Natural</a:t>
            </a:r>
          </a:p>
          <a:p>
            <a:pPr marL="0" indent="0" algn="ctr">
              <a:buNone/>
            </a:pPr>
            <a:r>
              <a:rPr lang="pt-PT" dirty="0"/>
              <a:t>  ↓</a:t>
            </a:r>
          </a:p>
          <a:p>
            <a:pPr marL="0" indent="0" algn="ctr">
              <a:buNone/>
            </a:pPr>
            <a:r>
              <a:rPr lang="pt-PT" dirty="0"/>
              <a:t>  Restrições</a:t>
            </a:r>
          </a:p>
          <a:p>
            <a:pPr marL="0" indent="0" algn="ctr">
              <a:buNone/>
            </a:pPr>
            <a:r>
              <a:rPr lang="pt-PT" dirty="0"/>
              <a:t>  ↓</a:t>
            </a:r>
          </a:p>
          <a:p>
            <a:pPr marL="0" indent="0" algn="ctr">
              <a:buNone/>
            </a:pPr>
            <a:r>
              <a:rPr lang="pt-PT" dirty="0"/>
              <a:t>Linguagem Natural Controlada</a:t>
            </a:r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7431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o Texto 6">
            <a:extLst>
              <a:ext uri="{FF2B5EF4-FFF2-40B4-BE49-F238E27FC236}">
                <a16:creationId xmlns:a16="http://schemas.microsoft.com/office/drawing/2014/main" id="{FC62AFBF-D661-276F-ED63-9FEE28ADF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u="sng" dirty="0"/>
              <a:t>Ele</a:t>
            </a:r>
            <a:r>
              <a:rPr lang="pt-PT" dirty="0"/>
              <a:t> pode alterar </a:t>
            </a:r>
            <a:r>
              <a:rPr lang="pt-PT" u="sng" dirty="0"/>
              <a:t>isso</a:t>
            </a:r>
            <a:r>
              <a:rPr lang="pt-PT" dirty="0"/>
              <a:t> se tiver as </a:t>
            </a:r>
            <a:r>
              <a:rPr lang="pt-PT" u="sng" dirty="0"/>
              <a:t>permissões</a:t>
            </a:r>
            <a:r>
              <a:rPr lang="pt-PT" dirty="0"/>
              <a:t> certas.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C49DA18-050E-136F-40FA-C81096D537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lang="pt-PT" dirty="0"/>
              <a:t>Quem é “ele”?</a:t>
            </a:r>
          </a:p>
          <a:p>
            <a:pPr marL="0" lvl="0" indent="0" algn="ctr">
              <a:buNone/>
            </a:pPr>
            <a:r>
              <a:rPr lang="pt-PT" dirty="0"/>
              <a:t>O que é “isso”?</a:t>
            </a:r>
          </a:p>
          <a:p>
            <a:pPr marL="0" lvl="0" indent="0" algn="ctr">
              <a:buNone/>
            </a:pPr>
            <a:r>
              <a:rPr lang="pt-PT" dirty="0"/>
              <a:t>Que permissões?</a:t>
            </a:r>
          </a:p>
        </p:txBody>
      </p:sp>
      <p:sp>
        <p:nvSpPr>
          <p:cNvPr id="8" name="Marcador de Posição de Conteúdo 7">
            <a:extLst>
              <a:ext uri="{FF2B5EF4-FFF2-40B4-BE49-F238E27FC236}">
                <a16:creationId xmlns:a16="http://schemas.microsoft.com/office/drawing/2014/main" id="{48BAEBFA-55EB-F4B0-3F02-67FEFD2FC22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PT" dirty="0"/>
              <a:t>✓ sujeito explícito</a:t>
            </a:r>
            <a:br>
              <a:rPr lang="pt-PT" dirty="0"/>
            </a:br>
            <a:r>
              <a:rPr lang="pt-PT" dirty="0"/>
              <a:t>✓ ação explícita</a:t>
            </a:r>
            <a:br>
              <a:rPr lang="pt-PT" dirty="0"/>
            </a:br>
            <a:r>
              <a:rPr lang="pt-PT" dirty="0"/>
              <a:t>✓ recurso explícito</a:t>
            </a:r>
            <a:br>
              <a:rPr lang="pt-PT" dirty="0"/>
            </a:br>
            <a:r>
              <a:rPr lang="pt-PT" dirty="0"/>
              <a:t>✓ condição explícita</a:t>
            </a:r>
          </a:p>
          <a:p>
            <a:endParaRPr lang="pt-PT" dirty="0"/>
          </a:p>
        </p:txBody>
      </p:sp>
      <p:sp>
        <p:nvSpPr>
          <p:cNvPr id="9" name="Marcador de Posição do Texto 8">
            <a:extLst>
              <a:ext uri="{FF2B5EF4-FFF2-40B4-BE49-F238E27FC236}">
                <a16:creationId xmlns:a16="http://schemas.microsoft.com/office/drawing/2014/main" id="{EDFCA0C3-F241-AE27-9C36-85264F0B67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PT" dirty="0"/>
              <a:t>O utilizador pode alterar o pedido se possuir permissão de edição.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AA8B23F-3A59-FB85-E8E5-7A03A3A0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Porquê controlar a linguagem natural?</a:t>
            </a:r>
          </a:p>
        </p:txBody>
      </p:sp>
      <p:sp>
        <p:nvSpPr>
          <p:cNvPr id="10" name="Seta para a Direita 9">
            <a:extLst>
              <a:ext uri="{FF2B5EF4-FFF2-40B4-BE49-F238E27FC236}">
                <a16:creationId xmlns:a16="http://schemas.microsoft.com/office/drawing/2014/main" id="{B94DA91E-9530-75DB-E5C0-FAF4E1E17907}"/>
              </a:ext>
            </a:extLst>
          </p:cNvPr>
          <p:cNvSpPr/>
          <p:nvPr/>
        </p:nvSpPr>
        <p:spPr>
          <a:xfrm>
            <a:off x="5421630" y="3429000"/>
            <a:ext cx="1348740" cy="43434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9088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331D8547-CCC4-84E0-25B1-5ADF0F4D8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PT" b="1" dirty="0"/>
              <a:t>HOCL</a:t>
            </a:r>
            <a:br>
              <a:rPr lang="pt-PT" dirty="0"/>
            </a:br>
            <a:r>
              <a:rPr lang="pt-PT" dirty="0" err="1"/>
              <a:t>Human-oriented</a:t>
            </a:r>
            <a:r>
              <a:rPr lang="pt-PT" dirty="0"/>
              <a:t> </a:t>
            </a:r>
            <a:r>
              <a:rPr lang="pt-PT" dirty="0" err="1"/>
              <a:t>Controlled</a:t>
            </a:r>
            <a:r>
              <a:rPr lang="pt-PT" dirty="0"/>
              <a:t> </a:t>
            </a:r>
            <a:r>
              <a:rPr lang="pt-PT" dirty="0" err="1"/>
              <a:t>Language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9617EE9-2155-FC65-8BD6-EDBAA65DB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9025128" cy="2596776"/>
          </a:xfrm>
        </p:spPr>
        <p:txBody>
          <a:bodyPr/>
          <a:lstStyle/>
          <a:p>
            <a:pPr lvl="0"/>
            <a:r>
              <a:rPr lang="pt-PT" dirty="0"/>
              <a:t>Legibilidade</a:t>
            </a:r>
          </a:p>
          <a:p>
            <a:pPr lvl="0"/>
            <a:r>
              <a:rPr lang="pt-PT" dirty="0"/>
              <a:t>Clareza</a:t>
            </a:r>
          </a:p>
          <a:p>
            <a:pPr lvl="0"/>
            <a:r>
              <a:rPr lang="pt-PT" dirty="0"/>
              <a:t>Consistência</a:t>
            </a:r>
          </a:p>
          <a:p>
            <a:pPr lvl="0"/>
            <a:r>
              <a:rPr lang="pt-PT" dirty="0"/>
              <a:t>Comunicação</a:t>
            </a:r>
          </a:p>
          <a:p>
            <a:pPr lvl="0"/>
            <a:endParaRPr lang="pt-PT" dirty="0"/>
          </a:p>
          <a:p>
            <a:pPr marL="0" lvl="0" indent="0" algn="ctr">
              <a:buNone/>
            </a:pPr>
            <a:r>
              <a:rPr lang="pt-PT" i="1" dirty="0"/>
              <a:t>O nosso projeto → </a:t>
            </a:r>
            <a:r>
              <a:rPr lang="pt-PT" b="1" i="1" dirty="0"/>
              <a:t>MOCL</a:t>
            </a:r>
            <a:endParaRPr lang="pt-PT" i="1" dirty="0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37E5623-8F33-A8FC-3114-196EF2BBD0A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0"/>
            <a:r>
              <a:rPr lang="pt-PT" dirty="0"/>
              <a:t>Regras formais</a:t>
            </a:r>
          </a:p>
          <a:p>
            <a:pPr lvl="0"/>
            <a:r>
              <a:rPr lang="pt-PT" dirty="0"/>
              <a:t>Processamento automático</a:t>
            </a:r>
          </a:p>
          <a:p>
            <a:pPr lvl="0"/>
            <a:r>
              <a:rPr lang="pt-PT" dirty="0"/>
              <a:t>Menos ambiguidade</a:t>
            </a:r>
          </a:p>
          <a:p>
            <a:pPr lvl="0"/>
            <a:r>
              <a:rPr lang="pt-PT" dirty="0"/>
              <a:t>Interpretação previsível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84E682A7-BAB5-EA50-062F-7B88AA7F37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PT" b="1" dirty="0"/>
              <a:t>MOCL</a:t>
            </a:r>
            <a:br>
              <a:rPr lang="pt-PT" dirty="0"/>
            </a:br>
            <a:r>
              <a:rPr lang="pt-PT" dirty="0" err="1"/>
              <a:t>Machine-oriented</a:t>
            </a:r>
            <a:r>
              <a:rPr lang="pt-PT" dirty="0"/>
              <a:t> </a:t>
            </a:r>
            <a:r>
              <a:rPr lang="pt-PT" dirty="0" err="1"/>
              <a:t>Controlled</a:t>
            </a:r>
            <a:r>
              <a:rPr lang="pt-PT" dirty="0"/>
              <a:t> </a:t>
            </a:r>
            <a:r>
              <a:rPr lang="pt-PT" dirty="0" err="1"/>
              <a:t>Language</a:t>
            </a:r>
            <a:endParaRPr lang="pt-PT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DB16CE8A-F983-72B3-3344-7763A865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HOCL </a:t>
            </a:r>
            <a:r>
              <a:rPr lang="pt-PT" dirty="0" err="1"/>
              <a:t>vs</a:t>
            </a:r>
            <a:r>
              <a:rPr lang="pt-PT" dirty="0"/>
              <a:t> MOCL</a:t>
            </a:r>
          </a:p>
        </p:txBody>
      </p:sp>
    </p:spTree>
    <p:extLst>
      <p:ext uri="{BB962C8B-B14F-4D97-AF65-F5344CB8AC3E}">
        <p14:creationId xmlns:p14="http://schemas.microsoft.com/office/powerpoint/2010/main" val="117160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7EB28FF0-44AD-F61E-5C06-CB519D852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Proscritivas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DC2B449-63C1-5216-11E8-E50E104248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O que NÃO é permitido</a:t>
            </a:r>
          </a:p>
          <a:p>
            <a:pPr marL="0" indent="0">
              <a:buNone/>
            </a:pPr>
            <a:br>
              <a:rPr lang="pt-PT" dirty="0"/>
            </a:br>
            <a:r>
              <a:rPr lang="pt-PT" dirty="0"/>
              <a:t>Não utilizar referências ambíguas.</a:t>
            </a:r>
            <a:br>
              <a:rPr lang="pt-PT" dirty="0"/>
            </a:br>
            <a:endParaRPr lang="pt-PT" dirty="0"/>
          </a:p>
          <a:p>
            <a:pPr marL="0" indent="0">
              <a:buNone/>
            </a:pPr>
            <a:r>
              <a:rPr lang="pt-PT" dirty="0"/>
              <a:t>“Ele pode alterar isso.”</a:t>
            </a:r>
          </a:p>
          <a:p>
            <a:pPr marL="0" indent="0" algn="ctr">
              <a:buNone/>
            </a:pPr>
            <a:endParaRPr lang="pt-PT" dirty="0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99A9F23-FAB3-A1EB-B5BE-BBE6894AF38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O que É permitido</a:t>
            </a:r>
            <a:br>
              <a:rPr lang="pt-PT" dirty="0"/>
            </a:br>
            <a:endParaRPr lang="pt-PT" dirty="0"/>
          </a:p>
          <a:p>
            <a:pPr marL="0" indent="0">
              <a:buNone/>
            </a:pPr>
            <a:r>
              <a:rPr lang="pt-PT" dirty="0"/>
              <a:t>“O utilizador pode alterar o pedido.”</a:t>
            </a:r>
            <a:br>
              <a:rPr lang="pt-PT" dirty="0"/>
            </a:br>
            <a:endParaRPr lang="pt-PT" dirty="0"/>
          </a:p>
          <a:p>
            <a:pPr marL="0" indent="0" algn="ctr">
              <a:buNone/>
            </a:pPr>
            <a:r>
              <a:rPr lang="pt-PT" dirty="0"/>
              <a:t>SUJEITO + pode + AÇÃO + RECURSO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EDB9E02-90A3-5B78-7E6E-B8B5E6105F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Prescritivas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8530443-6873-3652-F5FB-F2D86FE8C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Regras de uma CNL</a:t>
            </a:r>
          </a:p>
        </p:txBody>
      </p:sp>
      <p:sp>
        <p:nvSpPr>
          <p:cNvPr id="7" name="Seta para Baixo 6">
            <a:extLst>
              <a:ext uri="{FF2B5EF4-FFF2-40B4-BE49-F238E27FC236}">
                <a16:creationId xmlns:a16="http://schemas.microsoft.com/office/drawing/2014/main" id="{E9761684-8FF8-747E-94CC-1AE6AA867C12}"/>
              </a:ext>
            </a:extLst>
          </p:cNvPr>
          <p:cNvSpPr/>
          <p:nvPr/>
        </p:nvSpPr>
        <p:spPr>
          <a:xfrm>
            <a:off x="2907324" y="3514607"/>
            <a:ext cx="187569" cy="3235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Seta para Baixo 7">
            <a:extLst>
              <a:ext uri="{FF2B5EF4-FFF2-40B4-BE49-F238E27FC236}">
                <a16:creationId xmlns:a16="http://schemas.microsoft.com/office/drawing/2014/main" id="{433DCA4C-A7D5-5FA9-9BED-59F354A9D4F0}"/>
              </a:ext>
            </a:extLst>
          </p:cNvPr>
          <p:cNvSpPr/>
          <p:nvPr/>
        </p:nvSpPr>
        <p:spPr>
          <a:xfrm>
            <a:off x="2907324" y="4279859"/>
            <a:ext cx="187569" cy="3235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695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168B3-0B59-23B9-8EF6-3A4B217D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Como pode uma máquina interpretar uma CNL?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D68DBEC-7A62-650F-36BD-5BFA7CBD0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19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PT" sz="1400" b="1" dirty="0"/>
              <a:t>Português Controlado</a:t>
            </a:r>
          </a:p>
          <a:p>
            <a:pPr marL="0" indent="0" algn="ctr">
              <a:buNone/>
            </a:pPr>
            <a:r>
              <a:rPr lang="pt-PT" sz="1400" dirty="0"/>
              <a:t>“O utilizador pode alterar o pedido se possuir permissão de edição.”</a:t>
            </a:r>
          </a:p>
          <a:p>
            <a:pPr marL="0" indent="0" algn="ctr">
              <a:buNone/>
            </a:pPr>
            <a:endParaRPr lang="pt-PT" sz="1400" dirty="0"/>
          </a:p>
          <a:p>
            <a:pPr marL="0" indent="0" algn="ctr">
              <a:buNone/>
            </a:pPr>
            <a:r>
              <a:rPr lang="pt-PT" sz="1400" b="1" dirty="0" err="1"/>
              <a:t>Parser</a:t>
            </a:r>
            <a:r>
              <a:rPr lang="pt-PT" sz="1400" b="1" dirty="0"/>
              <a:t> analisa a frase</a:t>
            </a:r>
          </a:p>
          <a:p>
            <a:pPr marL="0" indent="0" algn="ctr">
              <a:buNone/>
            </a:pPr>
            <a:endParaRPr lang="pt-PT" sz="1400" dirty="0"/>
          </a:p>
          <a:p>
            <a:pPr marL="0" indent="0" algn="ctr">
              <a:buNone/>
            </a:pPr>
            <a:r>
              <a:rPr lang="pt-PT" sz="1400" b="1" dirty="0"/>
              <a:t>Representação estruturada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pt-PT" sz="1400" dirty="0"/>
              <a:t>sujeito   = utilizador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pt-PT" sz="1400" dirty="0"/>
              <a:t>modalidade  = permissão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pt-PT" sz="1400" dirty="0"/>
              <a:t>ação    = alterar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pt-PT" sz="1400" dirty="0"/>
              <a:t>recurso  = pedido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pt-PT" sz="1400" dirty="0"/>
              <a:t>condição = permissão(edição)</a:t>
            </a:r>
          </a:p>
          <a:p>
            <a:pPr marL="0" indent="0" algn="ctr">
              <a:buNone/>
            </a:pPr>
            <a:endParaRPr lang="pt-PT" dirty="0"/>
          </a:p>
        </p:txBody>
      </p:sp>
      <p:sp>
        <p:nvSpPr>
          <p:cNvPr id="4" name="Seta para Baixo 3">
            <a:extLst>
              <a:ext uri="{FF2B5EF4-FFF2-40B4-BE49-F238E27FC236}">
                <a16:creationId xmlns:a16="http://schemas.microsoft.com/office/drawing/2014/main" id="{FF2DCE45-7D24-F030-562E-36A35F7B0BBA}"/>
              </a:ext>
            </a:extLst>
          </p:cNvPr>
          <p:cNvSpPr/>
          <p:nvPr/>
        </p:nvSpPr>
        <p:spPr>
          <a:xfrm>
            <a:off x="5943600" y="3314700"/>
            <a:ext cx="152400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Seta para Baixo 4">
            <a:extLst>
              <a:ext uri="{FF2B5EF4-FFF2-40B4-BE49-F238E27FC236}">
                <a16:creationId xmlns:a16="http://schemas.microsoft.com/office/drawing/2014/main" id="{DAE22AD8-32A2-81B1-3127-C40E8FB8B1A5}"/>
              </a:ext>
            </a:extLst>
          </p:cNvPr>
          <p:cNvSpPr/>
          <p:nvPr/>
        </p:nvSpPr>
        <p:spPr>
          <a:xfrm>
            <a:off x="5943600" y="4046982"/>
            <a:ext cx="152400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7440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F58D-B637-8D85-F80F-94E038BB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0D5C1-2E85-7444-6ACB-7A61CCF93A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Linguagem natural controlada (</a:t>
            </a:r>
            <a:r>
              <a:rPr lang="pt-PT" dirty="0" err="1"/>
              <a:t>cnl</a:t>
            </a:r>
            <a:r>
              <a:rPr lang="pt-PT" dirty="0"/>
              <a:t>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4115B7-C60D-8C15-4255-A81A4D360E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PT" b="1" i="1" dirty="0"/>
              <a:t>Português Controlado para políticas de autorização e controlo de acesso.</a:t>
            </a:r>
            <a:endParaRPr lang="pt-PT" dirty="0"/>
          </a:p>
          <a:p>
            <a:r>
              <a:rPr lang="pt-PT" dirty="0"/>
              <a:t>Gonçalo Magalhães PG61524</a:t>
            </a:r>
          </a:p>
        </p:txBody>
      </p:sp>
    </p:spTree>
    <p:extLst>
      <p:ext uri="{BB962C8B-B14F-4D97-AF65-F5344CB8AC3E}">
        <p14:creationId xmlns:p14="http://schemas.microsoft.com/office/powerpoint/2010/main" val="729949049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Pacote</Template>
  <TotalTime>1832</TotalTime>
  <Words>465</Words>
  <Application>Microsoft Macintosh PowerPoint</Application>
  <PresentationFormat>Ecrã Panorâmico</PresentationFormat>
  <Paragraphs>75</Paragraphs>
  <Slides>7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Aptos</vt:lpstr>
      <vt:lpstr>Arial</vt:lpstr>
      <vt:lpstr>Gill Sans MT</vt:lpstr>
      <vt:lpstr>Pacote</vt:lpstr>
      <vt:lpstr>Linguagem natural controlada (cnl)</vt:lpstr>
      <vt:lpstr>Linguagem NATURAL CONTROLADA</vt:lpstr>
      <vt:lpstr>Porquê controlar a linguagem natural?</vt:lpstr>
      <vt:lpstr>HOCL vs MOCL</vt:lpstr>
      <vt:lpstr>Regras de uma CNL</vt:lpstr>
      <vt:lpstr>Como pode uma máquina interpretar uma CNL?</vt:lpstr>
      <vt:lpstr>Linguagem natural controlada (cnl)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Gonçalo Emanuel Ferreira Magalhães</dc:creator>
  <cp:lastModifiedBy>Gonçalo Emanuel Ferreira Magalhães</cp:lastModifiedBy>
  <cp:revision>3</cp:revision>
  <dcterms:created xsi:type="dcterms:W3CDTF">2026-10-07T12:35:56Z</dcterms:created>
  <dcterms:modified xsi:type="dcterms:W3CDTF">2026-10-22T13:35:03Z</dcterms:modified>
</cp:coreProperties>
</file>